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21F184-CBE9-4C75-A84C-8FA8ACE5B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609122-0FF6-432E-B672-F764F9C14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832AF7-8981-450B-89BC-AF86F757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5F04BA-EA38-49A5-A162-F7386127E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16C14D-09E1-4CAD-8068-97ABFF80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952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492970-BB6F-4D30-A7CA-3CEA94EE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BC0E83-4AC8-4E11-BD57-117B70A59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282C84-F08A-48AB-9445-97A22337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79FA0F-6957-4470-ACE9-AFD87BC71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2E4174-F4C6-4273-B3CA-35440B3A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821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C63D4-2CE4-4F72-9070-EF3B46D23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CDB3D0-F41A-49BD-AD34-D9508A054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277CDC-16BE-42D7-A234-F3AF43FB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7B89B7-64D7-47AB-9E56-1D03FC0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0C288C-AA7B-448E-BDC3-30DD2DC5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129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DA9198-69D6-45C7-983F-184B9581A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A1608F-20E6-4B31-AF67-E2FD60AF4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42C9A0-47C7-41D2-ADA6-13EB66302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7F8719-AB6B-4406-AA25-5F58A283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CE00F6-1726-43FD-BA7A-E97B7119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E0BFB0-1EAC-462A-9668-2357FC6B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542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B4195-68C5-421B-A723-C91F43413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13D222-C2E5-4F54-A565-D9659548F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F814E3-E42A-400B-873D-BC6588228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BF0F105-F26A-4D0C-ACC3-273B001BF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A821E0D-5636-4010-AB11-7C4671C39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B9766F1-497F-4D64-9EB3-7E7758D0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BE4124B-B622-4BB0-AA95-44B27B2A3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5FD2706-09CF-4C73-AB39-FDBADB8A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868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DCAF4D-FF65-4403-B8BA-4BE96A14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31A565A-D0AE-475E-98CC-78EA57B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869541-5A1D-4CB5-AF22-2C0F01B1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A7A323-DDBA-499C-9C27-094B11DF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89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C0041AA-53A8-450F-A6EE-C55D182E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370EF4-02B5-4C69-99C1-638C189D5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3A374E-694D-4506-8B90-F46820F7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87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F5F1B-6D5F-4F00-BAF5-3CC0E09D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2E5ED4-9C23-49E6-A4CE-5325FE9E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683935-BFBC-4A2D-95B2-F543A19E9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791416-64D2-4EF3-9EFF-878B1E3CB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1B03D5-6E14-4891-BBBA-2E179AC2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982DDE-04D9-42E9-880C-79C050E7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52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652736-9594-4BA1-9876-F8840E68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FA49127-42BF-419B-8DDC-B29DF4354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520D4F-6616-4750-B11E-7F50CAA37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616D75-633E-4795-AAE0-72A0E283F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CFAB67-A1C9-4CC3-825C-2D4E43FC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AA2695-BFE5-4964-9009-ECC238634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39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759D49-80C6-4D89-BD95-6FC96045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DDA310-D165-4FCD-B45F-B9B060E4D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05166E-A32D-49A3-BE9E-23701171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BB7DEF-6E13-43B6-ADC3-85906D45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8F464E-6394-49FF-BE34-5C41A61D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927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21A418E-2AC0-4D4D-8524-E61E38CE8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6A7464-5E4B-4FEC-9152-611EC1709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D70E9B-F06A-4812-980B-81A7EB6D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A0C1FE-2638-4F44-A2AA-CE242AF3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F03D00-AD80-428D-8056-4C39E335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378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D6E42A3-F146-433F-82FE-678882DB1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737FFB-773E-453B-8297-B3454F216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86030A-C288-4CEB-92D9-B1EC0AF96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0B93D-9F72-42A5-9B3C-CC6FBC1C8158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5AD246-18FE-40EC-955A-489D7D033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D2EEB7-7DB7-40F3-B0C8-80D6BE670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D7201-2528-4CDF-B1D0-B11707BDD3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44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133BDE2-F3B4-4BDA-A93F-F4DD61D3DB85}"/>
              </a:ext>
            </a:extLst>
          </p:cNvPr>
          <p:cNvSpPr txBox="1"/>
          <p:nvPr/>
        </p:nvSpPr>
        <p:spPr>
          <a:xfrm>
            <a:off x="1097280" y="210312"/>
            <a:ext cx="966520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Travail de conception CAO sur </a:t>
            </a:r>
            <a:r>
              <a:rPr lang="fr-FR" dirty="0" err="1"/>
              <a:t>Inventor</a:t>
            </a:r>
            <a:r>
              <a:rPr lang="fr-FR" dirty="0"/>
              <a:t> : A rendre pour la date indiquée sur Moodle dans « Résultats à rendre (CAO) »</a:t>
            </a:r>
          </a:p>
          <a:p>
            <a:endParaRPr lang="fr-FR" dirty="0"/>
          </a:p>
          <a:p>
            <a:r>
              <a:rPr lang="fr-FR" dirty="0"/>
              <a:t>Travail à effectuer : </a:t>
            </a:r>
          </a:p>
          <a:p>
            <a:endParaRPr lang="fr-FR" dirty="0"/>
          </a:p>
          <a:p>
            <a:r>
              <a:rPr lang="fr-FR" dirty="0"/>
              <a:t>	- Conception de 2 supports arrières, permettant de relier l’arbre intermédiaire et l’essieu arrière au châssis.</a:t>
            </a:r>
          </a:p>
          <a:p>
            <a:endParaRPr lang="fr-FR" dirty="0"/>
          </a:p>
          <a:p>
            <a:r>
              <a:rPr lang="fr-FR" dirty="0"/>
              <a:t>	- Conception d’un support avant, permettant de relier les roues au châssis, et à la barre de direction.</a:t>
            </a:r>
          </a:p>
          <a:p>
            <a:endParaRPr lang="fr-FR" dirty="0"/>
          </a:p>
          <a:p>
            <a:r>
              <a:rPr lang="fr-FR" dirty="0"/>
              <a:t>	- Intégrer les pièces créées dans l’assemblage fourni, en ayant soin de les contraindre avec les outils </a:t>
            </a:r>
            <a:r>
              <a:rPr lang="fr-FR" dirty="0" err="1"/>
              <a:t>d’Inventor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	- Faire un plan d’ensemble 2d, avec des coupes montrant les différents montages que vous avez effectués.</a:t>
            </a:r>
          </a:p>
          <a:p>
            <a:endParaRPr lang="fr-FR" dirty="0"/>
          </a:p>
          <a:p>
            <a:r>
              <a:rPr lang="fr-FR" dirty="0"/>
              <a:t>	- Bonus : faire un plan coté 2d d’une des pièces, permettant d’effectuer la fabrication.</a:t>
            </a:r>
          </a:p>
          <a:p>
            <a:endParaRPr lang="fr-FR" dirty="0"/>
          </a:p>
          <a:p>
            <a:r>
              <a:rPr lang="fr-FR" dirty="0"/>
              <a:t>Le tout sera à rendre dans un fichier zippé, que vous déposerez </a:t>
            </a:r>
            <a:r>
              <a:rPr lang="fr-FR"/>
              <a:t>sous Moodle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(Attention : rendez tous les fichiers, même ceux qui ont été fourni, afin d’ouvrir vos travaux sans difficulté)</a:t>
            </a:r>
          </a:p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68186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167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Lat5500</dc:creator>
  <cp:lastModifiedBy>Fabrice LE BARS</cp:lastModifiedBy>
  <cp:revision>6</cp:revision>
  <dcterms:created xsi:type="dcterms:W3CDTF">2022-11-15T13:02:46Z</dcterms:created>
  <dcterms:modified xsi:type="dcterms:W3CDTF">2025-09-09T20:38:31Z</dcterms:modified>
</cp:coreProperties>
</file>